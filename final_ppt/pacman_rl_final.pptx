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— Search vs Reinforcement 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how do search and reinforcement-learning agents play Pac-Man?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91840"/>
            <a:ext cx="10927080" cy="2377440"/>
          </a:xfrm>
          <a:prstGeom prst="roundRect">
            <a:avLst>
              <a:gd name="adj" fmla="val 3077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34564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this deck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68680" y="37947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3931920"/>
            <a:ext cx="10469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setup and how we measure agents.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Four agent families: static A*, replanning A*, risk-aware A*, and tabular Q-learning.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Score, survival, and risk-vs-reward results across 11 agents and 50 paired seeds.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Cognitive-science angle: planning vs habit-learning.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Takeaways and future work.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with 4 ghosts on a fixed maze. Eat every pellet before losing all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maze maps to our problem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tiles   →   walkable / wall tiles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                             →   eat every pellet to clear the level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tiles                  →   ghost tiles + the 4 squares around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spread          →   ghosts move uniformly over legal directions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weight λ                →   cost = path length + λ × expected ghost risk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score the agents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the 3rd life lost, a level clear, or 900 steps.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highest score the agent reached.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before the first death.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total steps spent within 2 tiles of a ghost.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ate every pellet.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runs on the same 50 seeds {1000…1049}, so all comparisons are on identical starting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a path once at the start of the episode.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replans if the path becomes blocked or the target is eaten.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Doesn't react to ghosts. Our baseline search agent.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Recomputes the path every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ghost tiles and the 4 squares around them as walls.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a greedy step toward the nearest pellet if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Like Replanning A*, but each tile pays an extra cost for expected ghost risk.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is estimated from one step of random ghost movement.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swept λ over {0.5, 1, 2, 5}.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state. α = 0.18, γ = 0.95, ε from 0.12 with decay.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Trained for many episodes per model.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 death penalties: Model 1 keep score · Model 2 zero on death · Model 3 ratcheting penalty.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extra baselines (random and a hand-coded heuristic) run alongside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1_score_b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agents top the planners on score: model 3 (3,757) &gt; model 2 (3,494) &gt; model 1 (3,249).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cluster just behind at ≈3,150 (replan / risk-aware tied).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(1,695) and astar_static (1,479) form the middle pack.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167 ± 31.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beats the planners across the board; heavier death penalty (model 1 → model 3) yields an even stronger policy.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7,800 (level cleared) — every Q-learning model and every planner reaches it on at least one seed.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3_survival_pane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views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3 leads at 24%, model 2 at 20%, model 1 at 16%.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A*: 6% · Heuristic and Random never clear.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Random lose all 3 lives every episode.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+ Heuristic ≈ 2.8.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1 (2.55) → model 2 (2.35) → model 3 (2.15).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Q-learning: model 3 (220) &gt; model 2 (175) &gt; model 1 (130).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≈ 156 · Replan / Risk-aware ≈ 119.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leads on every survival metric. Heavier death penalty produces a more cautious and longer-lived policy.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5_risk_re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Top-left = high score with low risk (the best place to be). Bold X = each agent's mean.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 corner: score 3,249–3,757 with hazard 22–78.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middle: score ≈ 3,150, hazard ≈ 110.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right: hazard 201, score 1,695.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a value function that already includes ghost-avoidance.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variants beat the planners on score AND on hazard exposure.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3 (3,757 / hazard 22) Pareto-dominates every other agent in the field.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sets up the cognitive-science slide next.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total steps with a ghost within 2 tiles.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7_qlearning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for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of the three (3,249 mean) but still tops every planner.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78 · time-to-failure 130 · 16%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death cost → policy is the riskiest of the three, but the value function still avoids ghosts well enough to win.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Middle score (3,494), hazard cut to 46.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175 steps · 20%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balanced spot: chases score, but really tries not to die.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agent in the field (3,757 mean) and the safest.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22 (about 1/5 of the planners) · time-to-failure 220 · 24%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death penalty teaches the agent to survive — and surviving = more pellets.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every variant beats the planners; heavier death penalty (1 → 3) makes the gap larger on every metric.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Science: Planning vs Habit-Learning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0927080" cy="1783080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idea ↔ Our agents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Habit-style learning (no simulation)   →   qlearning_model{1,2,3}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(simulate, then act)                →   astar_replan &amp; astar_risk_l*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that uses risk estimates       →   risk-aware A*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        →   50-seed Monte Carlo on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1 — Both routes reach competent play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Decker et al.: more model-based reasoning → more reward in two-stage MDPs.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both families end up well above the heuristic — Q-learning 3,249–3,757, planners ≈ 3,150.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rate: model 3 24% &gt; model 2 20% &gt; model 1 16% &gt; planners 14% &gt; Static A* 6%.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Habits and planning live side by side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429768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habits never disappear — they blend with 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Q-learning beats the planners on score AND spends 1.4–5× less time near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Cached value can specialise for safety in ways a 1-step planner can't — both routes are useful.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shows the same trade-off.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 and Q-learning are complementary, not redundant. doi: 10.1177/0956797616639301.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agents · 50 paired seeds · 28×36 Pac-Man — what we learned.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what makes A* work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loses to every replanning agent on every metric.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survival and ~2× higher score, just by replanning every step.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here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Treating ghost squares as walls already removes most of the risk, so the λ·E[risk] term has little extra to do.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Risk-aware A* would shine in a sparser maze with fewer escape routes.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beats planning on this maze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three Q-learning models top the planners on score AND on hazard exposure.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Heavier death penalty → stronger policy: model 1 (3,249 / haz 78) → model 3 (3,757 / haz 22).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heuristic survives longest but takes the most risk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Survives 156 steps (longest of all agents) but hazard 201 (highest of all).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contrast for the planner-vs-learner trade-off.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the ghost obstacles · plan further ahead · DQN from raw maze · learn the ghost movement model.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Liu, Ruiding Feng, Zhichun Xiao</cp:lastModifiedBy>
  <cp:revision>1</cp:revision>
  <dcterms:created xsi:type="dcterms:W3CDTF">2026-05-05T09:35:59Z</dcterms:created>
  <dcterms:modified xsi:type="dcterms:W3CDTF">2026-05-05T09:35:59Z</dcterms:modified>
</cp:coreProperties>
</file>