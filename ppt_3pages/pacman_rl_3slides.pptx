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44752"/>
            <a:ext cx="1092708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609344"/>
            <a:ext cx="1041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Decision-Theoretic Navigation Under Uncertainty in Dynamic Grids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23591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633472"/>
            <a:ext cx="2926080" cy="841248"/>
          </a:xfrm>
          <a:prstGeom prst="roundRect">
            <a:avLst>
              <a:gd name="adj" fmla="val 869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90779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014216" y="2633472"/>
            <a:ext cx="2926080" cy="841248"/>
          </a:xfrm>
          <a:prstGeom prst="roundRect">
            <a:avLst>
              <a:gd name="adj" fmla="val 869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78808" y="290779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88352" y="2633472"/>
            <a:ext cx="2926080" cy="841248"/>
          </a:xfrm>
          <a:prstGeom prst="roundRect">
            <a:avLst>
              <a:gd name="adj" fmla="val 869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52944" y="290779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40080" y="3767328"/>
            <a:ext cx="10927080" cy="1499616"/>
          </a:xfrm>
          <a:prstGeom prst="roundRect">
            <a:avLst>
              <a:gd name="adj" fmla="val 48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96849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Objective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68680" y="4334256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517136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Study decision-making under uncertainty through a stochastic navigation problem.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a Pac-Man-style environment to model pursuit, risk, and long-horizon planning.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Learn a policy that maximizes score while aiming for a no-death level clear.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5522976"/>
            <a:ext cx="10927080" cy="457200"/>
          </a:xfrm>
          <a:prstGeom prst="roundRect">
            <a:avLst>
              <a:gd name="adj" fmla="val 16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6112" y="5687568"/>
            <a:ext cx="10415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progress update focuses on the current RL formulation, reward design, and optimization strategy.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im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im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 Update Rule (RL)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444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Markov Decision Process (MDP)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664208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Q(s,a) + α[r + γ max_a' Q(s',a') − Q(s,a)]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199339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formula updates action values from reward and future return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PELLET/E.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+10/+50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478024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15184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FRUIT/GHOST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15184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Bns/+200~1600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15968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53128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ESCAPE/CHASE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53128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+1.5/+3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153912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91072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FRUIT/CLEAR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91072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+2/+500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991856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29016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STEP/PRESS.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129016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-1/-0.5×P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29800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66960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TIMEOUT/DEATH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66960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-250/Large-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Rewards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868680" y="3822192"/>
            <a:ext cx="2999232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Pellet: +10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Energizer: +50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collection: fruit bonus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Vulnerable ghost combo: +200 / +400 / +800 / +1600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370832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99432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Rewards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4599432" y="3822192"/>
            <a:ext cx="299923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99432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Escape a nearby dangerous ghost: +1.5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a vulnerable ghost: +3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fruit: +2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the level: +500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110728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39328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8339328" y="3822192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39328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cost: -1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 pressure: -0.5 × threat pressure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at 900 steps: -250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Death: large negative reward including score reset loss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54480"/>
            <a:ext cx="10927080" cy="512064"/>
          </a:xfrm>
          <a:prstGeom prst="roundRect">
            <a:avLst>
              <a:gd name="adj" fmla="val 1428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719072"/>
            <a:ext cx="10415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clear the level without losing a single life.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267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 Handling Mechanisms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560320"/>
            <a:ext cx="2331720" cy="0"/>
          </a:xfrm>
          <a:prstGeom prst="line">
            <a:avLst/>
          </a:prstGeom>
          <a:noFill/>
          <a:ln w="12700">
            <a:solidFill>
              <a:srgbClr val="F4B400">
                <a:alpha val="82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68680" y="3310128"/>
            <a:ext cx="297180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Rewards keep accumulating across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Dying does not reset the score.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79976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4608576" y="3310128"/>
            <a:ext cx="2971800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 Pac-Man dies, the score resets to 0.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creates a much stronger penalty for death.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19872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48472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348472" y="3310128"/>
            <a:ext cx="297180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348472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 Pac-Man dies, the next life starts from a score below 0.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is the harshest death penalty among the three models.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40080" y="51389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Start Values (if each death happens after reaching 1200 points)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8680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Start Value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868680" y="5742432"/>
            <a:ext cx="288036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1200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2400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79976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08576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Start Value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608576" y="5742432"/>
            <a:ext cx="2880360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08576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0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119872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48472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Start Value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348472" y="5742432"/>
            <a:ext cx="288036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48472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-360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-720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2026-04-21T01:05:15Z</dcterms:created>
  <dcterms:modified xsi:type="dcterms:W3CDTF">2026-04-21T01:05:15Z</dcterms:modified>
</cp:coreProperties>
</file>