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and Penalty Design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444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Markov Decision Process (MDP)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664208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Q(s,a) + α[r + γ max_a' Q(s',a') − Q(s,a)]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PELLET/E.  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+10/+50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78024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79192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FRUIT/GHOST  </a:t>
            </a:r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Bns/+200~1600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4315968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17136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ESCAPE/CHASE  </a:t>
            </a:r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+1.5/+3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6153912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FRUIT/CLEAR  </a:t>
            </a:r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+2/+500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7991856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93024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STEP/PRESS.  </a:t>
            </a:r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-1/-0.5×P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9829800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030968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TIMEOUT/DEATH  </a:t>
            </a:r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-250/Large-</a:t>
            </a:r>
            <a:endParaRPr lang="en-US" sz="840" dirty="0"/>
          </a:p>
        </p:txBody>
      </p:sp>
      <p:sp>
        <p:nvSpPr>
          <p:cNvPr id="19" name="Shape 16"/>
          <p:cNvSpPr/>
          <p:nvPr/>
        </p:nvSpPr>
        <p:spPr>
          <a:xfrm>
            <a:off x="640080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Rewards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68680" y="3721608"/>
            <a:ext cx="2999232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Pellet: +10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Energizer: +50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collection: fruit bonus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Vulnerable ghost combo: +200 / +400 / +800 / +1600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370832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99432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Rewards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599432" y="3721608"/>
            <a:ext cx="299923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9432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Escape a nearby dangerous ghost: +1.5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a vulnerable ghost: +3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fruit: +2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the level: +500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110728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39328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339328" y="3721608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39328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cost: -1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 pressure: -0.5 × threat pressure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at 900 steps: -250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Death: large negative reward including score reset loss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Placeholder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011680"/>
            <a:ext cx="10241280" cy="3291840"/>
          </a:xfrm>
          <a:prstGeom prst="roundRect">
            <a:avLst>
              <a:gd name="adj" fmla="val 2778"/>
            </a:avLst>
          </a:prstGeom>
          <a:solidFill>
            <a:srgbClr val="FFF9E8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54680" y="27889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to be added later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for the final discussion point.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2026-04-20T16:52:25Z</dcterms:created>
  <dcterms:modified xsi:type="dcterms:W3CDTF">2026-04-20T16:52:25Z</dcterms:modified>
</cp:coreProperties>
</file>