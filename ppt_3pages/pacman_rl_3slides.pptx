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and Penalty Design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10512"/>
            <a:ext cx="1325880" cy="0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2231136"/>
            <a:ext cx="1325880" cy="0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0" cy="420624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65960" y="1810512"/>
            <a:ext cx="0" cy="420624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4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03120" y="1810512"/>
            <a:ext cx="1325880" cy="0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03120" y="2231136"/>
            <a:ext cx="1325880" cy="0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03120" y="1810512"/>
            <a:ext cx="0" cy="420624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29000" y="1810512"/>
            <a:ext cx="0" cy="420624"/>
          </a:xfrm>
          <a:prstGeom prst="line">
            <a:avLst/>
          </a:prstGeom>
          <a:noFill/>
          <a:ln w="12700">
            <a:solidFill>
              <a:srgbClr val="D930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49424" y="1883664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566160" y="1810512"/>
            <a:ext cx="1508760" cy="0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66160" y="2231136"/>
            <a:ext cx="1508760" cy="0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566160" y="1810512"/>
            <a:ext cx="0" cy="420624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74920" y="1810512"/>
            <a:ext cx="0" cy="420624"/>
          </a:xfrm>
          <a:prstGeom prst="line">
            <a:avLst/>
          </a:prstGeom>
          <a:noFill/>
          <a:ln w="12700">
            <a:solidFill>
              <a:srgbClr val="F4B4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12464" y="1883664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212080" y="1810512"/>
            <a:ext cx="1965960" cy="0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12080" y="2231136"/>
            <a:ext cx="1965960" cy="0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12080" y="1810512"/>
            <a:ext cx="0" cy="420624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78040" y="1810512"/>
            <a:ext cx="0" cy="420624"/>
          </a:xfrm>
          <a:prstGeom prst="line">
            <a:avLst/>
          </a:prstGeom>
          <a:noFill/>
          <a:ln w="12700">
            <a:solidFill>
              <a:srgbClr val="16A0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58384" y="1883664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A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Return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2487168"/>
            <a:ext cx="5468112" cy="3493008"/>
          </a:xfrm>
          <a:prstGeom prst="roundRect">
            <a:avLst>
              <a:gd name="adj" fmla="val 2094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2688336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68680" y="3054096"/>
            <a:ext cx="501091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8680" y="3236976"/>
            <a:ext cx="5010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Positive rewards are given for collecting pellets, energizers, fruit, and vulnerable ghosts.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Moving away from nearby dangerous ghosts gives an extra reward.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Moving closer to vulnerable ghosts gives an extra reward.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Moving closer to fruit also gives an extra reward.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Clearing the level gives a large terminal reward of +500.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309360" y="2487168"/>
            <a:ext cx="5257800" cy="3493008"/>
          </a:xfrm>
          <a:prstGeom prst="roundRect">
            <a:avLst>
              <a:gd name="adj" fmla="val 2094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37960" y="2688336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537960" y="3054096"/>
            <a:ext cx="4800600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37960" y="3236976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step penalty of -1 discourages wandering without progress.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Additional penalty is applied when the danger level around Pac-Man is high.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Exceeding the step limit causes a timeout penalty of -250.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Dying causes a large negative reward to strongly discourage losing lives.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40080" y="6016752"/>
            <a:ext cx="178308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2960" y="61813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COST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822960" y="64282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4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2633472" y="6016752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816352" y="61813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BONUS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2816352" y="64282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A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+500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864608" y="601675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047488" y="6181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047488" y="64282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6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</a:t>
            </a:r>
            <a:endParaRPr lang="en-US" sz="2200" dirty="0"/>
          </a:p>
        </p:txBody>
      </p:sp>
      <p:sp>
        <p:nvSpPr>
          <p:cNvPr id="42" name="Shape 39"/>
          <p:cNvSpPr/>
          <p:nvPr/>
        </p:nvSpPr>
        <p:spPr>
          <a:xfrm>
            <a:off x="6986016" y="601675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168896" y="6181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168896" y="64282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-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9125712" y="6016752"/>
            <a:ext cx="2441448" cy="658368"/>
          </a:xfrm>
          <a:prstGeom prst="roundRect">
            <a:avLst>
              <a:gd name="adj" fmla="val 11111"/>
            </a:avLst>
          </a:prstGeom>
          <a:solidFill>
            <a:srgbClr val="0D1520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381744" y="6181344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reward function is shaped to balance score, safety, and efficiency instead of only maximizing immediate points.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Placeholder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011680"/>
            <a:ext cx="10241280" cy="3291840"/>
          </a:xfrm>
          <a:prstGeom prst="roundRect">
            <a:avLst>
              <a:gd name="adj" fmla="val 2778"/>
            </a:avLst>
          </a:prstGeom>
          <a:solidFill>
            <a:srgbClr val="FFF9E8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54680" y="27889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to be added later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for the final discussion point.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2026-04-20T16:36:11Z</dcterms:created>
  <dcterms:modified xsi:type="dcterms:W3CDTF">2026-04-20T16:36:11Z</dcterms:modified>
</cp:coreProperties>
</file>